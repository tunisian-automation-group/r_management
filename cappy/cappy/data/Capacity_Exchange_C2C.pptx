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C2C Capacity Network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validation plan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THESIS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C2C and B2B should be built as one Capacity Network — with a common engine and two demand pools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0253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six-month objective is not to prove people like the concept; it is to prove repeatable paid utilization, positive contribution economics and a scalable matching workflow.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capacity graph, identity/trust, payments, matching, availability and outcome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8218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39386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demand pool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39386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individuals and pros monetize underused equipment and production capability.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8965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demand pool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8965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buy qualified machine/process capacity when internal or incumbent supply is constrained.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882896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logic: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infrastructure once; validate two adjacent markets; scale only the workflows that demonstrate measurable ROI.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STRATEGIC QUESTION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 becomes investable only if capacity can be converted into paid outcomes at attractive unit economics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specification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13981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909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637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0637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rules structure requirements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46249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13177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2905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graph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22905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+ availability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78518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45446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5174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55174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quality + timing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10787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77715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7443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987443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 produce → deliver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020056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the transaction system for physical capacity,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listings website.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SIGNAL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C2C platforms validate access behavior — but largely stop at object rental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21,700+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reported by fainin; categories include cameras, tools, tents, projectors, power stations and sports equipment.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1098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€5+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can rent from low daily prices — willingness to transact, but low-ticket economics.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0677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fainin renter/lender service charges in its private-individual model — an established paid-marketplace mechanism.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818888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one abstraction layer higher — “what do you need done?” rather than “what object do you want?”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fainin official marketplace/facts and terms; Mietzy marketplace model. Current as researched Sep 2026.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WHERE TO START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categories where idle capacity is valuable, requirements are specifiable and transactions can be executed locally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377440"/>
                <a:gridCol w="2039112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ticket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Idle-capacity potential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Six-month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printing / fabrication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€50–€1,000+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/ 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€150–€5,000+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€50–€1,000+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€30–€500+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experiment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household objects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€5–€30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lead with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ranges are working hypotheses for validation, not market forecasts.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ATOMIC UNIT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a capacity slot, not an object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871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marketplace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74136"/>
            <a:ext cx="49848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“Rent my 3D printer.” Customer must understand machine, settings, material, pickup and operation.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55868" y="2880360"/>
            <a:ext cx="53871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marketplace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374136"/>
            <a:ext cx="49848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“Produce 20 prototypes in PLA by Friday.” Platform resolves machine, material, operator, timing and delivery.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01091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5138928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buys the outcome;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finds the capacity that can produce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PRODUCT DESIGN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the interface; the capacity graph is the asset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93522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intelligence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82696"/>
            <a:ext cx="49848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text, images, drawings or simple descriptions into structured requirements: quantity, material, dimensions, deadline, location and quality.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2788920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293522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intelligence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282696"/>
            <a:ext cx="49848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feasible capacity using capability, availability, price, distance, quality history and reliability.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9808" y="458114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graph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928616"/>
            <a:ext cx="1069207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→ process → material → operator → time slot → location → historical outcomes.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413248"/>
            <a:ext cx="332018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5504688"/>
            <a:ext cx="310073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Available: 18 printer-hours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68826" y="5413248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35754" y="5413248"/>
            <a:ext cx="332018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45482" y="5504688"/>
            <a:ext cx="310073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Matched: 20-part job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55941" y="5413248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22869" y="5413248"/>
            <a:ext cx="332018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32597" y="5504688"/>
            <a:ext cx="310073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actual cost + quality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SIX-MONTH VALIDATION ARCHITECTURE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first six months as a sequence of investment gates, not a feature roadmap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120640"/>
                <a:gridCol w="322783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buyer interviews; 30+ supply interviews; identify 1–2 high-frequency jobs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qualified paid-intent opportunities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MVP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matching, payment and 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 completed paid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intake, pricing and fulfillment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≥25% repeat/reorder signal or strong referral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highest-frequency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Contribution-positive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supply/demand without proportional founder effort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economics + operational SLA 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SIX-MONTH OPERATING PLAN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 proves pain; months 2–3 prove transactions; months 4–6 prove economics and repeatability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51525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2666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Demand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74136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structured request form. 50 buyers. 30 suppliers. Founders manually quote.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2880360"/>
            <a:ext cx="351525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9386" y="302666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M2–3 · Transactions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39386" y="3374136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50–100 completed jobs across the leading wedge. Measure time-to-match, conversion, price and fulfillment.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2880360"/>
            <a:ext cx="351525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8965" y="302666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M4–6 · Scale test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3374136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self-serve onboarding, availability calendars, automated quoting and repeat-order flows.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974336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discipline: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 engineering build until the manual workflow produces paid transactions and reveals what should be automated.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ROI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must be demonstrated at the transaction and cohort level before scaling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16936"/>
            <a:ext cx="3149498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1096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transaction take-rate range to test.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278892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1098" y="2916936"/>
            <a:ext cx="3149498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≥40%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361096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contribution margin after payment, support, insurance/logistics — a validation hurdle, not a forecast.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278892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0677" y="2916936"/>
            <a:ext cx="3149498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 mo.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361096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acquisition payback for repeatable demand cohorts before paid scaling.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3227832"/>
                <a:gridCol w="2286000"/>
                <a:gridCol w="283464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platform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€5 variable support/payment*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fixed variable-cost assumption solely for sensitivity testing. Actual payment, support, insurance and logistics costs must be measured.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WHAT “ROI” MEANS OPERATIONALLY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investment case is a measurable equation — not a promise of guaranteed returns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871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ROI  ·  Contribution / variable cost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74136"/>
            <a:ext cx="498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job must cover payment, support, insurance, logistics and other variable costs with a defined contribution buffer.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2880360"/>
            <a:ext cx="53871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ROI  ·  Lifetime contribution / acquisition cost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374136"/>
            <a:ext cx="498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orders, referrals and supplier retention must reduce blended acquisition cost over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36592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864608"/>
            <a:ext cx="1058235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category cannot demonstrate positive contribution economics and a credible path to repeat/referral by month 6, stop or reposition it. This protects capital rather than assuming ROI.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TRUST IS PART OF THE PRODUCT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transactions fail when identity, quality, damage and fulfillment are left outside the platform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31129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users, supplier profiles, transaction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38218" y="297180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9386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39386" y="3465576"/>
            <a:ext cx="31129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service specifications, deposits where needed, payment capture and delivery/pickup workflows.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27797" y="297180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8965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3465576"/>
            <a:ext cx="31129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Photos/specs before execution, acceptance criteria, dispute workflow and outcome records.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2803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956048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manually. Every dispute and exception becomes structured data for the eventual trust layer.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GO-TO-MARKET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concentrated local supply and high-intent demand — not broad consumer acquisition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234840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200400"/>
            <a:ext cx="212895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781958"/>
            <a:ext cx="212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maker communities, creators, event suppliers, specialist equipment owners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97048" y="3108960"/>
            <a:ext cx="310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63976" y="3108960"/>
            <a:ext cx="234840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3704" y="3200400"/>
            <a:ext cx="212895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73704" y="3781958"/>
            <a:ext cx="212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creators, event organizers, students, small businesses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12384" y="3108960"/>
            <a:ext cx="310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79312" y="3108960"/>
            <a:ext cx="234840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9040" y="3200400"/>
            <a:ext cx="212895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89040" y="3781958"/>
            <a:ext cx="212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Founder-assisted matching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727719" y="3108960"/>
            <a:ext cx="310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94647" y="3108960"/>
            <a:ext cx="234840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04375" y="3200400"/>
            <a:ext cx="212895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04375" y="3781958"/>
            <a:ext cx="212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+ saved requirements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5065776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growth engine should be repeat demand + referrals,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paid ads.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KPI TREE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number of metrics reveal whether the marketplace is becoming a business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52745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26664"/>
            <a:ext cx="312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74136"/>
            <a:ext cx="312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requests  ·  Match rate  ·  Time-to-match  ·  Available capacity hours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2122" y="2880360"/>
            <a:ext cx="352745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3290" y="3026664"/>
            <a:ext cx="312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33290" y="3374136"/>
            <a:ext cx="312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 ·  Take rate  ·  Contribution/order  ·  CAC  ·  Payback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5605" y="2880360"/>
            <a:ext cx="352745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16773" y="3026664"/>
            <a:ext cx="312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6773" y="3374136"/>
            <a:ext cx="312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  ·  Supplier reactivation  ·  Referral rate  ·  Successful fulfillment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681728"/>
            <a:ext cx="1058235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qualified demand matched to verified capacity and successfully fulfilled within the promised SLA.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C2C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3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MONTH-SIX INVESTMENT DECISION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only after the evidence crosses predefined economic gates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605272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weekly paid requests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match rate in one wedge; decreasing time-to-match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supply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contribution per transaction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Repeat/referral economics visible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in acquisition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effort per transaction falling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Productize 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779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C2C is not a separate bet from B2B. It is a second demand pool and a lower-risk laboratory for the same physical-capacity infrastructure.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2026-09-15T22:36:05Z</dcterms:created>
  <dcterms:modified xsi:type="dcterms:W3CDTF">2026-09-15T22:36:05Z</dcterms:modified>
</cp:coreProperties>
</file>