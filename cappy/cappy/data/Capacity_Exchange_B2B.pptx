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Industrial Capacity Network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validation plan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EXECUTIVE THESIS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one Capacity Network with B2B as the commercial scale engine and C2C as an adjacent demand pool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0253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six-month mission: prove that fragmented industrial capacity can be converted into profitable orders with less search, quoting and coordination effort.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51525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49808" y="320954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557016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qualified production capacity without starting every supplier search from zero.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38218" y="3063240"/>
            <a:ext cx="351525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39386" y="320954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539386" y="3557016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 open machine/process capacity and fill production gaps.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7797" y="3063240"/>
            <a:ext cx="3515258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28965" y="320954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28965" y="3557016"/>
            <a:ext cx="31129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the workflow and data connecting requirements to verified capacity.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4882896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architecture: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and C2C share demand parsing, capacity representation, matching, payments, trust and outcome data. They do not need separate platforms.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WHY NOW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German industry has meaningful unused capacity — but idle capacity is not automatically sellable capacity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62656"/>
            <a:ext cx="314949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77.5%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762756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industrial capacity utilization reported by ifo, Feb 2026.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8218" y="2834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1098" y="2962656"/>
            <a:ext cx="314949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83.2%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521098" y="3762756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 industry average cited by ifo.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2834640"/>
            <a:ext cx="3515258" cy="1600200"/>
          </a:xfrm>
          <a:prstGeom prst="roundRect">
            <a:avLst>
              <a:gd name="adj" fmla="val 342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0677" y="2962656"/>
            <a:ext cx="3149498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€2.9tn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10677" y="3762756"/>
            <a:ext cx="31494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German manufacturing company turnover in 2024 (deutschland.de).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90872"/>
            <a:ext cx="11094415" cy="96012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818888"/>
            <a:ext cx="10582351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not “capture the 5.7-point gap.”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a macro signal. The business must identify specific sellable slots: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+ process + tooling + operator + time + quality constraints.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72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ifo, Feb 2026; deutschland.de / German government manufacturing overview. Macro data are directional context, not directly addressable market size.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STRUCTURAL PROBLEM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capacity is fragmented, opaque and expensive to discover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3871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02666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friction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374136"/>
            <a:ext cx="49848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RFQs are unstructured; supplier discovery is slow; capacity is hard to compare; lead times and quality are uncertain.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2880360"/>
            <a:ext cx="538718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7036" y="302666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friction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57036" y="3374136"/>
            <a:ext cx="49848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can sit underutilized even when the supplier has the right process capability; sales teams spend time qualifying poor-fit inquiries.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1094415" cy="9144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4974336"/>
            <a:ext cx="1058235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layer is not another supplier directory.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live representation of executable capacity.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MARKET VALIDATION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platforms prove that digital manufacturing procurement is already a real behavior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3566160"/>
                <a:gridCol w="34107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validates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opening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Techpilot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supplier discovery / RFQs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16,000+ registered buyers; Base/Premium from €249/month + variable fees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from profiles/inquiries toward live executable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CNC24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sourcing + supplier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 suppliers; 5,500+ machines; 21 countries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reusable capacity graph and broader self-serve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GrowinCo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Idle-capacity marketplace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4,000+ active idle-capacity listings; 30+ countries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the capacity abstraction beyond CPG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official Techpilot, CNC24 and GrowinCo materials, researched Sep 2026.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DIFFERENTIATED PRODUCT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an RFQ into a ranked set of executable capacity slots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765341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3200400"/>
            <a:ext cx="154588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739896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email / drawing / BOM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313981" y="3108960"/>
            <a:ext cx="310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80909" y="3108960"/>
            <a:ext cx="1765341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0637" y="3200400"/>
            <a:ext cx="154588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90637" y="3739896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Part, material, tolerance, quantity, deadline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46249" y="3108960"/>
            <a:ext cx="310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13177" y="3108960"/>
            <a:ext cx="1765341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2905" y="3200400"/>
            <a:ext cx="154588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22905" y="3739896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machines/processes can execute?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978518" y="3108960"/>
            <a:ext cx="310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45446" y="3108960"/>
            <a:ext cx="1765341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55174" y="3200400"/>
            <a:ext cx="154588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55174" y="3739896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slots + supplier constraints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310787" y="3108960"/>
            <a:ext cx="310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77715" y="3108960"/>
            <a:ext cx="1765341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7443" y="3200400"/>
            <a:ext cx="154588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987443" y="3739896"/>
            <a:ext cx="15458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→ contract → production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11094415" cy="822960"/>
          </a:xfrm>
          <a:prstGeom prst="roundRect">
            <a:avLst>
              <a:gd name="adj" fmla="val 6667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020056"/>
            <a:ext cx="1058235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unit is a qualified capacity slot,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company profile.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INITIAL WEDGE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narrow: CNC machining in Germany / Berlin-Brandenburg, then expand process-by-process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3871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293522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CNC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282696"/>
            <a:ext cx="49848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specifiable requirements; fragmented supplier base; meaningful order values; machine capability matters.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55868" y="2788920"/>
            <a:ext cx="538718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7036" y="293522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regional first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57036" y="3282696"/>
            <a:ext cx="49848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logistics loops; easier supplier verification; founders can manually broker and visit suppliers.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416552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9808" y="4562856"/>
            <a:ext cx="106920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path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910328"/>
            <a:ext cx="1069207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Laser/sheet metal → additive → injection → assembly → broader European capacity.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5522976"/>
            <a:ext cx="10582351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 is a validation choice, not a permanent category constraint. Expansion follows demonstrated liquidity and contribution economics.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AI CREATES LEVERAGE, NOT THE BUSINESS ITSELF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AI where unstructured industrial information creates measurable labor cost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38718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11810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8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first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465576"/>
            <a:ext cx="49848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extraction; drawing/BOM parsing; requirement normalization; supplier capability filtering; quote comparison.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2971800"/>
            <a:ext cx="538718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7036" y="311810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human-in-the-loop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57036" y="3465576"/>
            <a:ext cx="49848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acceptance; certifications; complex tolerances; commercial negotiation; exceptions; final supplier selection.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102352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5230368"/>
            <a:ext cx="1058235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of human sourcing effort removed per qualified order, while maintaining quality and SLA.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SIX-MONTH VALIDATION PLAN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smallest system that can prove repeatable orders and positive contribution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  <a:gridCol w="4937760"/>
                <a:gridCol w="322783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discovery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30 buyers; collect live RFQs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≥10 real paid-intent RFQs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Concierge brokerage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Manually match and quote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 paid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intake, supplier scoring and quote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≥10 cumulative paid 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17–20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extraction + capacity search + dashboards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≥50% sourcing-effort 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21–24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demand/supply without doubling founder effort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contribution + repeat buyer 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ECONOMICS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B2B order values create room for a transaction business — but the six-month test must prove contribution after service costs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515258" cy="1143000"/>
          </a:xfrm>
          <a:prstGeom prst="roundRect">
            <a:avLst>
              <a:gd name="adj" fmla="val 4800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08376"/>
            <a:ext cx="314949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€2k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4330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order × 15% = €300 platform revenue.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38218" y="2880360"/>
            <a:ext cx="3515258" cy="1143000"/>
          </a:xfrm>
          <a:prstGeom prst="roundRect">
            <a:avLst>
              <a:gd name="adj" fmla="val 4800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1098" y="3008376"/>
            <a:ext cx="314949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€10k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521098" y="354330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order × 15% = €1,500 platform revenue.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7797" y="2880360"/>
            <a:ext cx="3515258" cy="1143000"/>
          </a:xfrm>
          <a:prstGeom prst="roundRect">
            <a:avLst>
              <a:gd name="adj" fmla="val 4800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10677" y="3008376"/>
            <a:ext cx="3149498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€50k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8310677" y="3543300"/>
            <a:ext cx="31494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order × 15% = €7,500 platform revenue.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94415" cy="914400"/>
        </p:xfrm>
        <a:graphic>
          <a:graphicData uri="http://schemas.openxmlformats.org/drawingml/2006/table">
            <a:tbl>
              <a:tblPr/>
              <a:tblGrid>
                <a:gridCol w="2862072"/>
                <a:gridCol w="27432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monthly volume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€2k avg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€10k avg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€50k avg order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€3k revenue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€75k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€750k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only: 15% take rate and average order values are assumptions for sensitivity analysis, not forecasts.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ROI FRAMEWORK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company earns the right to scale only when every incremental order improves the economic engine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38718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07238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ROI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419856"/>
            <a:ext cx="49848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profit from cohort ÷ acquisition + product investment attributable to cohort. Track separately for buyers and suppliers.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55868" y="2926080"/>
            <a:ext cx="538718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7036" y="3072384"/>
            <a:ext cx="49848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ROI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57036" y="3419856"/>
            <a:ext cx="49848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savings / avoided cost from faster sourcing, better utilization or lower procurement friction. Supplier ROI = incremental contribution from otherwise idle capacity.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010912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5138928"/>
            <a:ext cx="1058235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sell “guaranteed ROI.” Sell a measurable ROI hypothesis, instrument it from day one, and scale only when the observed data crosses the hurdle.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SUPPLIER VALUE PROPOSITION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supply side needs a reason to expose real capacity — not merely create another profile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311810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revenue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465576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otherwise idle machine/process slots with qualified jobs.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8218" y="297180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39386" y="311810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sales cost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539386" y="3465576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structured RFQs that fit known capabilities.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7797" y="2971800"/>
            <a:ext cx="3515258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328965" y="311810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intelligence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328965" y="3465576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demand patterns, price ranges, lead-time pressure and lost opportunities.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782312"/>
            <a:ext cx="11094415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4910328"/>
            <a:ext cx="10582351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supplier does not need another storefront.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qualified demand that fits its capacity.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MOAT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defensibility compounds through transaction data, not marketplace listings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765341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971800"/>
            <a:ext cx="1545885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322015"/>
            <a:ext cx="154588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+ processes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313981" y="288036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80909" y="2880360"/>
            <a:ext cx="1765341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0637" y="2971800"/>
            <a:ext cx="1545885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90637" y="3322015"/>
            <a:ext cx="154588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+ prices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46249" y="288036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13177" y="2880360"/>
            <a:ext cx="1765341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22905" y="2971800"/>
            <a:ext cx="1545885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22905" y="3322015"/>
            <a:ext cx="154588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delivery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978518" y="288036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545446" y="2880360"/>
            <a:ext cx="1765341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55174" y="2971800"/>
            <a:ext cx="1545885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655174" y="3322015"/>
            <a:ext cx="154588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feasibility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310787" y="2880360"/>
            <a:ext cx="31089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877715" y="2880360"/>
            <a:ext cx="1765341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2447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87443" y="2971800"/>
            <a:ext cx="1545885" cy="4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987443" y="3322015"/>
            <a:ext cx="1545885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9808" y="426110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advantage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4608576"/>
            <a:ext cx="31129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capability and actual performance, not self-described capability alone.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338218" y="411480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539386" y="426110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advantage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539386" y="4608576"/>
            <a:ext cx="31129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Contracts, QA, logistics and payment embedded into execution.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27797" y="4114800"/>
            <a:ext cx="351525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328965" y="4261104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advantage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28965" y="4608576"/>
            <a:ext cx="311292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demand attracts supply; more supply improves match rates.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THE SHARED PLATFORM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C2C and B2B are two applications of the same underlying infrastructure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937760"/>
                <a:gridCol w="44165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“Produce / provide X locally”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RFQ / drawing / BOM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Printer, camera, AV kit, specialist 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+ process + tooling + operator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Location, price, availability, trust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Feasibility, quality, lead time, price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Pickup/delivery/service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Contract, production, QA, logistics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/ reviews / utilization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quality / lead time /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company. One capacity graph. Multiple demand pools.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MONTH-SIX SCORECARD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convincing investment case requires observable evidence across five dimensions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419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49808" y="2935224"/>
            <a:ext cx="501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282696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rate  ·  Time-to-match  ·  Available qualified capacity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3864" y="2788920"/>
            <a:ext cx="5419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25032" y="2935224"/>
            <a:ext cx="501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25032" y="3282696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orders  ·  GMV  ·  Repeat buyers  ·  Supplier activation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5419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49808" y="3995928"/>
            <a:ext cx="501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34340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Contribution/order  ·  CAC/payback  ·  Support cost/order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3864" y="3849624"/>
            <a:ext cx="5419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25032" y="3995928"/>
            <a:ext cx="501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25032" y="4343400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SLA  ·  On-time delivery  ·  Defect / rework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10328"/>
            <a:ext cx="5419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49808" y="5056632"/>
            <a:ext cx="501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404104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extraction accuracy  ·  Founder minutes/order  ·  Automated match share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3864" y="4910328"/>
            <a:ext cx="541919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25032" y="5056632"/>
            <a:ext cx="501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6425032" y="5404104"/>
            <a:ext cx="501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wedge  ·  Expansion adjacency  ·  Data accumulation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244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SIX-MONTH INVESTMENT GATES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 is designed to make the ROI question answerable before major capital is committed</a:t>
            </a:r>
            <a:endParaRPr lang="en-US" sz="2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029200"/>
                <a:gridCol w="377647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required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1 · Pain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RFQs + suppliers willing to expose capacity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Proceed to paid brokerage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2 · Liquidity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match rate in a narrow process/category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 in supply density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3 · Economics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contribution/order after variable costs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 in repeat demand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4 · Repeatability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buyers + supplier reactivation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workflow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5 · 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grows faster than founder effort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 geography/processes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six-month outcome should be an evidence-backed investment decision — not a slide saying the market will be large.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EXCHANGE · B2B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156655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spc="100" kern="0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STRATEGY WORKING DRAFT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48640" y="566928"/>
            <a:ext cx="11094415" cy="0"/>
          </a:xfrm>
          <a:prstGeom prst="line">
            <a:avLst/>
          </a:prstGeom>
          <a:noFill/>
          <a:ln w="9525">
            <a:solidFill>
              <a:srgbClr val="3A4A7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8954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industrial capacity network · Six-month validation plan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804672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END-STATE VISION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15214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six-month experiment works, the company becomes the operating layer for physical capacity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3320186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971800"/>
            <a:ext cx="310073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3448202"/>
            <a:ext cx="310073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 manually for equipment and suppliers.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868826" y="2880360"/>
            <a:ext cx="3108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35754" y="2880360"/>
            <a:ext cx="3320186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45482" y="2971800"/>
            <a:ext cx="310073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45482" y="3448202"/>
            <a:ext cx="310073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becomes searchable, comparable and bookable.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755941" y="2880360"/>
            <a:ext cx="3108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22869" y="2880360"/>
            <a:ext cx="3320186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32597" y="2971800"/>
            <a:ext cx="310073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32597" y="3448202"/>
            <a:ext cx="310073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capacity becomes programmable like a utility: demand enters as an outcome; the network assembles the resources to execute it.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526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“Buy capacity, not ownership.”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asset is a trusted, continuously learning map of what physical infrastructure can do, where, when and at what economics.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2026-09-15T22:33:55Z</dcterms:created>
  <dcterms:modified xsi:type="dcterms:W3CDTF">2026-09-15T22:33:55Z</dcterms:modified>
</cp:coreProperties>
</file>